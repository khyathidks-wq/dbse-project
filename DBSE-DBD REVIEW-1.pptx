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26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23-08-2026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23-08-2026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latin typeface="Aptos"/>
              </a:rPr>
              <a:t>1st REVIEW</a:t>
            </a:r>
            <a:br/>
            <a:br/>
            <a:r>
              <a:rPr sz="2500" b="1">
                <a:latin typeface="Aptos"/>
              </a:rPr>
              <a:t>Crop Health Monitoring System</a:t>
            </a: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sz="2000" b="1">
                <a:latin typeface="Aptos"/>
              </a:rPr>
              <a:t>KONERU LAKSHMAIAH EDUCATION FOUNDATION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800" b="0">
                <a:latin typeface="Aptos"/>
              </a:rPr>
              <a:t>Under the Guidance</a:t>
            </a:r>
            <a:br/>
            <a:r>
              <a:rPr sz="1800" b="0">
                <a:latin typeface="Aptos"/>
              </a:rPr>
              <a:t>of</a:t>
            </a:r>
            <a:br/>
            <a:r>
              <a:rPr sz="1800" b="0">
                <a:latin typeface="Aptos"/>
              </a:rPr>
              <a:t>Dr. Y Prasanthi</a:t>
            </a:r>
            <a:br/>
            <a:r>
              <a:rPr sz="1800" b="0">
                <a:latin typeface="Aptos"/>
              </a:rPr>
              <a:t>Assistant Professor</a:t>
            </a:r>
            <a:br/>
            <a:r>
              <a:rPr sz="1800" b="0">
                <a:latin typeface="Aptos"/>
              </a:rPr>
              <a:t>Department of Computer Science and Engineering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sz="1400" b="1" dirty="0">
                <a:latin typeface="Aptos"/>
              </a:rPr>
              <a:t>1st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400" b="0">
                <a:latin typeface="Aptos"/>
              </a:rPr>
              <a:t>1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924336"/>
              </p:ext>
            </p:extLst>
          </p:nvPr>
        </p:nvGraphicFramePr>
        <p:xfrm>
          <a:off x="2032000" y="1680962"/>
          <a:ext cx="81280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240209">
                <a:tc>
                  <a:txBody>
                    <a:bodyPr/>
                    <a:lstStyle/>
                    <a:p>
                      <a:r>
                        <a:rPr lang="en-US" dirty="0"/>
                        <a:t>D Khyathi Saranya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240209">
                <a:tc>
                  <a:txBody>
                    <a:bodyPr/>
                    <a:lstStyle/>
                    <a:p>
                      <a:r>
                        <a:rPr lang="en-US" dirty="0"/>
                        <a:t>R Bhavitha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2402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sz="2400" b="1">
                <a:latin typeface="Aptos"/>
              </a:rPr>
              <a:t>TEAM NUMBER: 23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07679" y="6356350"/>
            <a:ext cx="45719" cy="45719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endParaRPr sz="2000" dirty="0">
              <a:latin typeface="Apto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400" b="0">
                <a:latin typeface="Aptos"/>
              </a:rPr>
              <a:t>2</a:t>
            </a:r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610693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D Khyathi Saranya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Mate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R Bhavitha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Mate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500"/>
              </a:spcAft>
              <a:buNone/>
            </a:pPr>
            <a:r>
              <a:rPr sz="1700" dirty="0">
                <a:latin typeface="Aptos"/>
              </a:rPr>
              <a:t>• The Crop Health Monitoring System is a smart agricultural solution for monitoring crop conditions.</a:t>
            </a:r>
            <a:endParaRPr lang="en-US" dirty="0"/>
          </a:p>
          <a:p>
            <a:pPr marL="0" indent="0">
              <a:spcAft>
                <a:spcPts val="500"/>
              </a:spcAft>
              <a:buNone/>
            </a:pPr>
            <a:r>
              <a:rPr sz="1700" dirty="0">
                <a:latin typeface="Aptos"/>
              </a:rPr>
              <a:t>• It helps identify potential health problems at an early stage.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700" dirty="0">
                <a:latin typeface="Aptos"/>
              </a:rPr>
              <a:t>• Traditional manual inspection can be time-consuming and may delay identification of diseases, nutrient deficiencies, or other crop problems.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700" dirty="0">
                <a:latin typeface="Aptos"/>
              </a:rPr>
              <a:t>• The system provides a centralized platform for recording crop type, growth stage, health condition, and monitoring history.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700" dirty="0">
                <a:latin typeface="Aptos"/>
              </a:rPr>
              <a:t>• Users can upload crop images and relevant details for assessing plant condition.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700" dirty="0">
                <a:latin typeface="Aptos"/>
              </a:rPr>
              <a:t>• The system can provide suitable recommendations for timely preventive or corrective measures.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700" dirty="0">
                <a:latin typeface="Aptos"/>
              </a:rPr>
              <a:t>• Historical records help users track changes in crop conditions over time.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Crop health monitoring is important for identifying problems that affect plant growth.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Traditional farming often relies on manual inspection of crops.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Manual monitoring may require significant time and can result in delayed identification of problems.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The proposed system brings important crop information into a centralized platform.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Users can record crop type, growth stage, health condition and monitoring history.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Crop images and relevant details can be uploaded for assessment.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Organized records and recommendations can support timely preventive or corrective action.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• The existing approach mainly depends on manual inspection of crop conditions.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• Farmers may need to spend considerable time checking plants.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• Diseases and nutrient deficiencies may not always be identified at an early stage.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• Other crop health problems can also be detected late.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• Monitoring information may not be maintained in one centralized platform.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• Delayed identification can make timely preventive or corrective action more difficult.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Problem Statement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Manual crop health monitoring can be time-consuming.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Early identification of diseases and nutrient deficiencies can be difficult.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Other crop health issues may also remain unnoticed until later stages.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Crop information and monitoring history need to be organized for easier tracking.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Farmers need useful information and recommendations to take timely action.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A centralized monitoring system can help reduce manual effort and improve monitoring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Proposed Solution / Contribution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Develop a centralized platform for crop health monitoring.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Record crop type, growth stage and current health condition.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Maintain monitoring history for tracking changes over time.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Allow users to upload crop images and relevant details.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Assess crop conditions and identify possible diseases or health issues.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Provide suitable recommendations for preventive or corrective measures.</a:t>
            </a:r>
          </a:p>
          <a:p>
            <a:pPr>
              <a:spcAft>
                <a:spcPts val="500"/>
              </a:spcAft>
            </a:pPr>
            <a:r>
              <a:rPr sz="1700">
                <a:latin typeface="Aptos"/>
              </a:rPr>
              <a:t>• Organize information to support better agricultural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5"/>
            <a:ext cx="10515600" cy="4650658"/>
          </a:xfrm>
        </p:spPr>
        <p:txBody>
          <a:bodyPr wrap="square"/>
          <a:lstStyle/>
          <a:p>
            <a:pPr marL="0" indent="0">
              <a:spcAft>
                <a:spcPts val="500"/>
              </a:spcAft>
              <a:buNone/>
            </a:pPr>
            <a:endParaRPr lang="en-US" dirty="0"/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• Reduce the manual effort required for crop health monitoring.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• Improve the efficiency of monitoring activities.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• Support early identification of potential crop problems.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• Help identify possible diseases and other health issues.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• Provide useful recommendations for timely preventive or corrective measures.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• Maintain historical crop health records for future tracking.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• Support better agricultural decision-making.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• Contribute to healthier crops and improved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500"/>
              </a:spcAft>
              <a:buNone/>
            </a:pPr>
            <a:endParaRPr lang="en-US" dirty="0"/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1. Crop Information Management – record crop type, growth stage and health condition.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2. Crop Image Upload – upload crop images and relevant crop details.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3. Health Assessment – assess crop condition and identify possible diseases or health issues.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4. Recommendation Module – provide suitable preventive or corrective recommendations.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5. Monitoring History – maintain historical records and track changes in crop condition.</a:t>
            </a:r>
          </a:p>
          <a:p>
            <a:pPr>
              <a:spcAft>
                <a:spcPts val="500"/>
              </a:spcAft>
            </a:pPr>
            <a:r>
              <a:rPr sz="1700" dirty="0">
                <a:latin typeface="Aptos"/>
              </a:rPr>
              <a:t>6. User Monitoring Interface – provide an organized way to view and manage crop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Frontend: React.js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CSS / UI: Bootstrap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Backend: Node.js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Backend Framework: Express.js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Database: MySQL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API: REST API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Authentication: JWT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Version Control: Git and GitHub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Development Environment: Visual Studio Code</a:t>
            </a:r>
          </a:p>
          <a:p>
            <a:pPr>
              <a:spcAft>
                <a:spcPts val="500"/>
              </a:spcAft>
            </a:pPr>
            <a:r>
              <a:rPr sz="1800">
                <a:latin typeface="Aptos"/>
              </a:rPr>
              <a:t>These technologies are listed in the project abstract submission form.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pPr algn="ctr"/>
            <a:r>
              <a:rPr sz="2500" b="1">
                <a:latin typeface="Aptos"/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>
              <a:spcAft>
                <a:spcPts val="600"/>
              </a:spcAft>
            </a:pPr>
            <a:r>
              <a:rPr sz="1400" b="0">
                <a:latin typeface="Aptos"/>
              </a:rPr>
              <a:t>11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Conclusion</a:t>
            </a:r>
          </a:p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• The system provides a centralized platform for monitoring crop conditions.</a:t>
            </a:r>
          </a:p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• It helps organize crop information, images, health conditions and monitoring history.</a:t>
            </a:r>
          </a:p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• Early identification and recommendations can help users take timely preventive or corrective measures.</a:t>
            </a:r>
          </a:p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• The system aims to reduce manual effort and improve monitoring efficiency.</a:t>
            </a:r>
          </a:p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• Organized information can support better agricultural decision-making and contribute to healthier crops and improved productivity.</a:t>
            </a:r>
          </a:p>
          <a:p>
            <a:pPr>
              <a:spcAft>
                <a:spcPts val="400"/>
              </a:spcAft>
            </a:pPr>
            <a:endParaRPr sz="1600">
              <a:latin typeface="Aptos"/>
            </a:endParaRPr>
          </a:p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Future Scope</a:t>
            </a:r>
          </a:p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• The Word document does not provide a separate future-scope list.</a:t>
            </a:r>
          </a:p>
          <a:p>
            <a:pPr>
              <a:spcAft>
                <a:spcPts val="400"/>
              </a:spcAft>
            </a:pPr>
            <a:r>
              <a:rPr sz="1600">
                <a:latin typeface="Aptos"/>
              </a:rPr>
              <a:t>• Based on the stated project objectives, continued improvement can focus on better monitoring, timely recommendations and effective tracking of crop-health changes.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br/>
            <a:br/>
            <a:br/>
            <a:r>
              <a:rPr sz="3200" b="1">
                <a:latin typeface="Aptos"/>
              </a:rPr>
              <a:t>THANK YOU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400" b="0">
                <a:latin typeface="Aptos"/>
              </a:rPr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8240</TotalTime>
  <Words>878</Words>
  <Application>Microsoft Office PowerPoint</Application>
  <PresentationFormat>Widescreen</PresentationFormat>
  <Paragraphs>126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Office Theme</vt:lpstr>
      <vt:lpstr>Custom Design</vt:lpstr>
      <vt:lpstr>1st REVIEW  Crop Health Monitoring System</vt:lpstr>
      <vt:lpstr>TEAM NUMBER: 23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Khyathi D</cp:lastModifiedBy>
  <cp:revision>95</cp:revision>
  <dcterms:created xsi:type="dcterms:W3CDTF">2022-05-20T10:20:31Z</dcterms:created>
  <dcterms:modified xsi:type="dcterms:W3CDTF">2026-08-23T17:45:57Z</dcterms:modified>
</cp:coreProperties>
</file>